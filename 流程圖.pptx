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6256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5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2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422" y="72"/>
      </p:cViewPr>
      <p:guideLst>
        <p:guide orient="horz" pos="384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995312"/>
            <a:ext cx="138176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6403623"/>
            <a:ext cx="121920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793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58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3039537"/>
            <a:ext cx="14020800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8159048"/>
            <a:ext cx="14020800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89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3245556"/>
            <a:ext cx="69088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3245556"/>
            <a:ext cx="69088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76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649114"/>
            <a:ext cx="14020800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9" y="2988734"/>
            <a:ext cx="6877049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9" y="4453467"/>
            <a:ext cx="6877049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1" y="2988734"/>
            <a:ext cx="6910917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4453467"/>
            <a:ext cx="6910917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584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99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638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755425"/>
            <a:ext cx="8229600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45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755425"/>
            <a:ext cx="8229600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30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756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649111"/>
            <a:ext cx="3505200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1" y="649111"/>
            <a:ext cx="10312400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03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649114"/>
            <a:ext cx="140208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3245556"/>
            <a:ext cx="140208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B1AF1-BB1E-432C-B1A3-A6E65C4C05BD}" type="datetimeFigureOut">
              <a:rPr lang="zh-TW" altLang="en-US" smtClean="0"/>
              <a:t>2026/3/2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11300181"/>
            <a:ext cx="5486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A2477-5B23-4F32-889B-3E552D3F42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04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408AFE-6DE0-1F42-6BD0-A72860CC38FE}"/>
              </a:ext>
            </a:extLst>
          </p:cNvPr>
          <p:cNvSpPr txBox="1"/>
          <p:nvPr/>
        </p:nvSpPr>
        <p:spPr>
          <a:xfrm>
            <a:off x="7658386" y="178279"/>
            <a:ext cx="93922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run_server.py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B938D68B-60BA-F39C-AFF7-3A580DB35E09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>
            <a:off x="8128000" y="424499"/>
            <a:ext cx="0" cy="259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7AFBC6-1629-15F8-9A87-D0334747A261}"/>
              </a:ext>
            </a:extLst>
          </p:cNvPr>
          <p:cNvSpPr txBox="1"/>
          <p:nvPr/>
        </p:nvSpPr>
        <p:spPr>
          <a:xfrm>
            <a:off x="7749580" y="683564"/>
            <a:ext cx="75684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conf.yaml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A10F3DF0-0F7B-7FCB-3E6F-98688ED91593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 flipH="1">
            <a:off x="8127998" y="929784"/>
            <a:ext cx="2" cy="356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804F187-D183-1261-FA68-4094F8C544E8}"/>
              </a:ext>
            </a:extLst>
          </p:cNvPr>
          <p:cNvSpPr txBox="1"/>
          <p:nvPr/>
        </p:nvSpPr>
        <p:spPr>
          <a:xfrm>
            <a:off x="8128000" y="977024"/>
            <a:ext cx="1149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清松手寫體1" pitchFamily="2" charset="-120"/>
                <a:ea typeface="清松手寫體1" pitchFamily="2" charset="-120"/>
              </a:rPr>
              <a:t>產出</a:t>
            </a:r>
            <a:r>
              <a:rPr lang="en-US" altLang="zh-TW" sz="1100" dirty="0">
                <a:latin typeface="清松手寫體1" pitchFamily="2" charset="-120"/>
                <a:ea typeface="清松手寫體1" pitchFamily="2" charset="-120"/>
              </a:rPr>
              <a:t>Config</a:t>
            </a:r>
            <a:r>
              <a:rPr lang="zh-TW" altLang="en-US" sz="1100" dirty="0">
                <a:latin typeface="清松手寫體1" pitchFamily="2" charset="-120"/>
                <a:ea typeface="清松手寫體1" pitchFamily="2" charset="-120"/>
              </a:rPr>
              <a:t>物件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F5D7950-6E05-A931-FB73-53AC3564CD41}"/>
              </a:ext>
            </a:extLst>
          </p:cNvPr>
          <p:cNvSpPr txBox="1"/>
          <p:nvPr/>
        </p:nvSpPr>
        <p:spPr>
          <a:xfrm>
            <a:off x="7766616" y="1285875"/>
            <a:ext cx="72276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server.py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72B67AC-9FB5-873D-6C3D-9B403A3AD88D}"/>
              </a:ext>
            </a:extLst>
          </p:cNvPr>
          <p:cNvSpPr txBox="1"/>
          <p:nvPr/>
        </p:nvSpPr>
        <p:spPr>
          <a:xfrm>
            <a:off x="7510891" y="1791162"/>
            <a:ext cx="123421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service_context.py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02D9D45A-B9C8-EB37-6BF2-2C82EF3B708A}"/>
              </a:ext>
            </a:extLst>
          </p:cNvPr>
          <p:cNvCxnSpPr>
            <a:cxnSpLocks/>
            <a:stCxn id="19" idx="2"/>
            <a:endCxn id="28" idx="0"/>
          </p:cNvCxnSpPr>
          <p:nvPr/>
        </p:nvCxnSpPr>
        <p:spPr>
          <a:xfrm flipH="1">
            <a:off x="8128000" y="1532095"/>
            <a:ext cx="1" cy="259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81D1329-A93A-0D88-83A1-87AFCFD76E0F}"/>
              </a:ext>
            </a:extLst>
          </p:cNvPr>
          <p:cNvSpPr txBox="1"/>
          <p:nvPr/>
        </p:nvSpPr>
        <p:spPr>
          <a:xfrm>
            <a:off x="8659975" y="1369240"/>
            <a:ext cx="29546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建立 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FastAPI app</a:t>
            </a:r>
          </a:p>
          <a:p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掛載路由（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WebSocket / webtool / proxy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掛載靜態資源路徑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（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cache / live2d / 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背景 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/ avatars / web_tool / frontend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847EE3B6-3816-B93D-730F-28C6764F807F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8127998" y="1661627"/>
            <a:ext cx="531976" cy="4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CF744EC-6CB4-8763-26F7-96CD180FBC57}"/>
              </a:ext>
            </a:extLst>
          </p:cNvPr>
          <p:cNvSpPr txBox="1"/>
          <p:nvPr/>
        </p:nvSpPr>
        <p:spPr>
          <a:xfrm>
            <a:off x="1601914" y="2844438"/>
            <a:ext cx="55996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Live2D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5022731-0DC7-2451-2562-3188A1F4931F}"/>
              </a:ext>
            </a:extLst>
          </p:cNvPr>
          <p:cNvSpPr txBox="1"/>
          <p:nvPr/>
        </p:nvSpPr>
        <p:spPr>
          <a:xfrm>
            <a:off x="3854571" y="2844438"/>
            <a:ext cx="55996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ASR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F5A752E-D7D9-BA4E-C89B-87882144C6F9}"/>
              </a:ext>
            </a:extLst>
          </p:cNvPr>
          <p:cNvSpPr txBox="1"/>
          <p:nvPr/>
        </p:nvSpPr>
        <p:spPr>
          <a:xfrm>
            <a:off x="6037758" y="2854159"/>
            <a:ext cx="77547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清松手寫體1" pitchFamily="2" charset="-120"/>
                <a:ea typeface="清松手寫體1" pitchFamily="2" charset="-120"/>
              </a:rPr>
              <a:t>TTSEngine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109650B-3B91-8855-D595-369F70999D43}"/>
              </a:ext>
            </a:extLst>
          </p:cNvPr>
          <p:cNvSpPr txBox="1"/>
          <p:nvPr/>
        </p:nvSpPr>
        <p:spPr>
          <a:xfrm>
            <a:off x="10922051" y="2842095"/>
            <a:ext cx="916692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Agent / LLM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E5CB728-F6CF-0295-6B78-F4F512B9A82B}"/>
              </a:ext>
            </a:extLst>
          </p:cNvPr>
          <p:cNvSpPr txBox="1"/>
          <p:nvPr/>
        </p:nvSpPr>
        <p:spPr>
          <a:xfrm>
            <a:off x="8330917" y="2854160"/>
            <a:ext cx="55996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VAD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EB436513-09A2-1426-DA46-702B34A63CF4}"/>
              </a:ext>
            </a:extLst>
          </p:cNvPr>
          <p:cNvSpPr txBox="1"/>
          <p:nvPr/>
        </p:nvSpPr>
        <p:spPr>
          <a:xfrm>
            <a:off x="13863558" y="2840132"/>
            <a:ext cx="74569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Translator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2603F775-EEA2-13FF-BF89-23D2786ECD62}"/>
              </a:ext>
            </a:extLst>
          </p:cNvPr>
          <p:cNvSpPr txBox="1"/>
          <p:nvPr/>
        </p:nvSpPr>
        <p:spPr>
          <a:xfrm>
            <a:off x="8237768" y="2037380"/>
            <a:ext cx="1039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吃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character_config</a:t>
            </a:r>
          </a:p>
          <a:p>
            <a:pPr algn="ctr"/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產出以下資料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6F47460B-1284-9732-260B-80CCBB81553C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8127997" y="2037383"/>
            <a:ext cx="0" cy="3689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77D09A2A-35ED-E0B9-059D-1160D539A7E3}"/>
              </a:ext>
            </a:extLst>
          </p:cNvPr>
          <p:cNvCxnSpPr>
            <a:cxnSpLocks/>
          </p:cNvCxnSpPr>
          <p:nvPr/>
        </p:nvCxnSpPr>
        <p:spPr>
          <a:xfrm>
            <a:off x="1871647" y="2406316"/>
            <a:ext cx="12364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2F301E44-C144-C872-8568-9610FA4062F2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1881898" y="2403477"/>
            <a:ext cx="0" cy="249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12EFCA28-D2E0-6E75-864B-68D0297869DA}"/>
              </a:ext>
            </a:extLst>
          </p:cNvPr>
          <p:cNvSpPr txBox="1"/>
          <p:nvPr/>
        </p:nvSpPr>
        <p:spPr>
          <a:xfrm>
            <a:off x="1378614" y="2652536"/>
            <a:ext cx="10065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self.live2d_model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1339FC53-E8CE-F7C5-3C7B-261E780F06F2}"/>
              </a:ext>
            </a:extLst>
          </p:cNvPr>
          <p:cNvSpPr txBox="1"/>
          <p:nvPr/>
        </p:nvSpPr>
        <p:spPr>
          <a:xfrm>
            <a:off x="3690969" y="2652536"/>
            <a:ext cx="8861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self.asr_engine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C7BE1F12-1C60-3F2C-1718-F95C820538B2}"/>
              </a:ext>
            </a:extLst>
          </p:cNvPr>
          <p:cNvSpPr txBox="1"/>
          <p:nvPr/>
        </p:nvSpPr>
        <p:spPr>
          <a:xfrm>
            <a:off x="6007405" y="2652536"/>
            <a:ext cx="8465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self.tts_engine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2E610281-4A71-2EB4-C8AC-2EF3C51F0EB0}"/>
              </a:ext>
            </a:extLst>
          </p:cNvPr>
          <p:cNvSpPr txBox="1"/>
          <p:nvPr/>
        </p:nvSpPr>
        <p:spPr>
          <a:xfrm>
            <a:off x="8163151" y="2662258"/>
            <a:ext cx="8879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self.vad_engine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1A8C17EF-5D98-3B5B-6228-68BBE2FA3603}"/>
              </a:ext>
            </a:extLst>
          </p:cNvPr>
          <p:cNvSpPr txBox="1"/>
          <p:nvPr/>
        </p:nvSpPr>
        <p:spPr>
          <a:xfrm>
            <a:off x="10854975" y="2549307"/>
            <a:ext cx="1044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self.agent_engine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  </a:t>
            </a:r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self.system_prompt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359C9B13-EE01-F66E-F078-BD540F81DCE5}"/>
              </a:ext>
            </a:extLst>
          </p:cNvPr>
          <p:cNvSpPr txBox="1"/>
          <p:nvPr/>
        </p:nvSpPr>
        <p:spPr>
          <a:xfrm>
            <a:off x="13680512" y="2652536"/>
            <a:ext cx="11117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self.translate_engine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</p:txBody>
      </p: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EBA90A5C-77C5-2646-7332-8073B87DA7B4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4134049" y="2403477"/>
            <a:ext cx="0" cy="249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14D1A659-950B-45FE-B7EE-9FAAB79CAFD1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6430660" y="2411175"/>
            <a:ext cx="0" cy="241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10401C60-57E2-40F8-5787-33A4C1A4976E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8607141" y="2403477"/>
            <a:ext cx="0" cy="258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29DB1066-E281-EF4A-9913-717EB2F6D6CD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11377217" y="2403477"/>
            <a:ext cx="1" cy="145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64303751-8230-62BE-6A22-54CE13DD0F5A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4236410" y="2403477"/>
            <a:ext cx="0" cy="249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477E676-2C73-40A0-8E83-45376E70CE36}"/>
              </a:ext>
            </a:extLst>
          </p:cNvPr>
          <p:cNvSpPr txBox="1"/>
          <p:nvPr/>
        </p:nvSpPr>
        <p:spPr>
          <a:xfrm>
            <a:off x="6368346" y="3116174"/>
            <a:ext cx="1892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用 </a:t>
            </a:r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requests.get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(</a:t>
            </a:r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api_url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, params=data)</a:t>
            </a:r>
          </a:p>
          <a:p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打到 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GPT-</a:t>
            </a:r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SoVITS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 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伺服器</a:t>
            </a: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5DE5CDB9-DBAA-2B58-7E28-7A8551AA58C2}"/>
              </a:ext>
            </a:extLst>
          </p:cNvPr>
          <p:cNvCxnSpPr>
            <a:cxnSpLocks/>
            <a:stCxn id="46" idx="2"/>
            <a:endCxn id="111" idx="0"/>
          </p:cNvCxnSpPr>
          <p:nvPr/>
        </p:nvCxnSpPr>
        <p:spPr>
          <a:xfrm>
            <a:off x="6425496" y="3100380"/>
            <a:ext cx="0" cy="1090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434C953F-CAAA-4A98-6427-DB99F09A7A9A}"/>
              </a:ext>
            </a:extLst>
          </p:cNvPr>
          <p:cNvSpPr txBox="1"/>
          <p:nvPr/>
        </p:nvSpPr>
        <p:spPr>
          <a:xfrm>
            <a:off x="6027980" y="4190638"/>
            <a:ext cx="79503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TTS</a:t>
            </a:r>
            <a:r>
              <a:rPr lang="zh-TW" altLang="en-US" sz="1000" dirty="0">
                <a:latin typeface="清松手寫體1" pitchFamily="2" charset="-120"/>
                <a:ea typeface="清松手寫體1" pitchFamily="2" charset="-120"/>
              </a:rPr>
              <a:t>伺服器</a:t>
            </a:r>
            <a:endParaRPr lang="en-US" altLang="zh-TW" sz="1000" dirty="0">
              <a:latin typeface="清松手寫體1" pitchFamily="2" charset="-120"/>
              <a:ea typeface="清松手寫體1" pitchFamily="2" charset="-120"/>
            </a:endParaRPr>
          </a:p>
          <a:p>
            <a:pPr algn="ctr"/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/</a:t>
            </a:r>
            <a:r>
              <a:rPr lang="en-US" altLang="zh-TW" sz="1000" dirty="0" err="1">
                <a:latin typeface="清松手寫體1" pitchFamily="2" charset="-120"/>
                <a:ea typeface="清松手寫體1" pitchFamily="2" charset="-120"/>
              </a:rPr>
              <a:t>tts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2DDEC5C1-4A73-4A08-5A14-700BA7658C68}"/>
              </a:ext>
            </a:extLst>
          </p:cNvPr>
          <p:cNvSpPr txBox="1"/>
          <p:nvPr/>
        </p:nvSpPr>
        <p:spPr>
          <a:xfrm>
            <a:off x="4837604" y="3059875"/>
            <a:ext cx="2016312" cy="1330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資料格式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text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：清洗後字串（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str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text_lang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：語言代碼字串（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str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ref_audio_path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：參考音檔路徑字串（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str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prompt_lang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：語言代碼字串（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str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prompt_text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：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prompt 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文字（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str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text_split_method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：切句方法（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str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batch_size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：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int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（非數字會 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fallback 1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media_type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：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str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（例如 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wav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）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  <a:p>
            <a:r>
              <a:rPr lang="en-US" altLang="zh-TW" sz="800" dirty="0" err="1">
                <a:latin typeface="清松手寫體1" pitchFamily="2" charset="-120"/>
                <a:ea typeface="清松手寫體1" pitchFamily="2" charset="-120"/>
              </a:rPr>
              <a:t>streaming_mode</a:t>
            </a:r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：</a:t>
            </a:r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"true"</a:t>
            </a:r>
            <a:endParaRPr lang="zh-TW" altLang="en-US" sz="800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6EB467F0-0428-AE64-E7D9-161A98301799}"/>
              </a:ext>
            </a:extLst>
          </p:cNvPr>
          <p:cNvSpPr txBox="1"/>
          <p:nvPr/>
        </p:nvSpPr>
        <p:spPr>
          <a:xfrm>
            <a:off x="6037757" y="5721511"/>
            <a:ext cx="77547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1000" dirty="0" err="1">
                <a:latin typeface="清松手寫體1" pitchFamily="2" charset="-120"/>
                <a:ea typeface="清松手寫體1" pitchFamily="2" charset="-120"/>
              </a:rPr>
              <a:t>TTSEngine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9FDB4E07-44C6-018B-DC6A-4D4908DB1304}"/>
              </a:ext>
            </a:extLst>
          </p:cNvPr>
          <p:cNvCxnSpPr>
            <a:cxnSpLocks/>
            <a:stCxn id="111" idx="2"/>
            <a:endCxn id="124" idx="0"/>
          </p:cNvCxnSpPr>
          <p:nvPr/>
        </p:nvCxnSpPr>
        <p:spPr>
          <a:xfrm flipH="1">
            <a:off x="6425495" y="4590748"/>
            <a:ext cx="1" cy="424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楕円 123">
            <a:extLst>
              <a:ext uri="{FF2B5EF4-FFF2-40B4-BE49-F238E27FC236}">
                <a16:creationId xmlns:a16="http://schemas.microsoft.com/office/drawing/2014/main" id="{E17CD06E-2973-136D-7026-D37B0CF4D9C9}"/>
              </a:ext>
            </a:extLst>
          </p:cNvPr>
          <p:cNvSpPr/>
          <p:nvPr/>
        </p:nvSpPr>
        <p:spPr>
          <a:xfrm>
            <a:off x="6314018" y="5015117"/>
            <a:ext cx="222954" cy="2229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C205D43F-7923-855E-B11C-027061561A3C}"/>
              </a:ext>
            </a:extLst>
          </p:cNvPr>
          <p:cNvCxnSpPr>
            <a:cxnSpLocks/>
            <a:stCxn id="124" idx="4"/>
            <a:endCxn id="121" idx="0"/>
          </p:cNvCxnSpPr>
          <p:nvPr/>
        </p:nvCxnSpPr>
        <p:spPr>
          <a:xfrm>
            <a:off x="6425495" y="5238071"/>
            <a:ext cx="0" cy="483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3EDED60D-E011-54F8-44DF-43F730CE9402}"/>
              </a:ext>
            </a:extLst>
          </p:cNvPr>
          <p:cNvSpPr txBox="1"/>
          <p:nvPr/>
        </p:nvSpPr>
        <p:spPr>
          <a:xfrm>
            <a:off x="5666069" y="5310514"/>
            <a:ext cx="723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HTTP 200</a:t>
            </a:r>
          </a:p>
          <a:p>
            <a:pPr algn="ctr"/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回傳音檔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</p:txBody>
      </p:sp>
      <p:cxnSp>
        <p:nvCxnSpPr>
          <p:cNvPr id="135" name="コネクタ: カギ線 134">
            <a:extLst>
              <a:ext uri="{FF2B5EF4-FFF2-40B4-BE49-F238E27FC236}">
                <a16:creationId xmlns:a16="http://schemas.microsoft.com/office/drawing/2014/main" id="{6CCB2A4C-ED96-AB21-A7EB-3359E59C3D63}"/>
              </a:ext>
            </a:extLst>
          </p:cNvPr>
          <p:cNvCxnSpPr>
            <a:cxnSpLocks/>
            <a:stCxn id="124" idx="6"/>
          </p:cNvCxnSpPr>
          <p:nvPr/>
        </p:nvCxnSpPr>
        <p:spPr>
          <a:xfrm>
            <a:off x="6536972" y="5126594"/>
            <a:ext cx="1212608" cy="594917"/>
          </a:xfrm>
          <a:prstGeom prst="bentConnector3">
            <a:avLst>
              <a:gd name="adj1" fmla="val 998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7CB9C661-94B8-DE86-DF47-D79C7BD89757}"/>
              </a:ext>
            </a:extLst>
          </p:cNvPr>
          <p:cNvSpPr txBox="1"/>
          <p:nvPr/>
        </p:nvSpPr>
        <p:spPr>
          <a:xfrm>
            <a:off x="7361842" y="5721511"/>
            <a:ext cx="77547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latin typeface="清松手寫體1" pitchFamily="2" charset="-120"/>
                <a:ea typeface="清松手寫體1" pitchFamily="2" charset="-120"/>
              </a:rPr>
              <a:t>失敗處理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72B18881-AF29-EF42-33C7-3AC67098EDFB}"/>
              </a:ext>
            </a:extLst>
          </p:cNvPr>
          <p:cNvSpPr txBox="1"/>
          <p:nvPr/>
        </p:nvSpPr>
        <p:spPr>
          <a:xfrm>
            <a:off x="6991141" y="5310514"/>
            <a:ext cx="775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" dirty="0">
                <a:latin typeface="清松手寫體1" pitchFamily="2" charset="-120"/>
                <a:ea typeface="清松手寫體1" pitchFamily="2" charset="-120"/>
              </a:rPr>
              <a:t>HTTP != 200</a:t>
            </a:r>
          </a:p>
          <a:p>
            <a:pPr algn="ctr"/>
            <a:r>
              <a:rPr lang="zh-TW" altLang="en-US" sz="800" dirty="0">
                <a:latin typeface="清松手寫體1" pitchFamily="2" charset="-120"/>
                <a:ea typeface="清松手寫體1" pitchFamily="2" charset="-120"/>
              </a:rPr>
              <a:t>做失敗處理</a:t>
            </a:r>
            <a:endParaRPr lang="en-US" altLang="zh-TW" sz="800" dirty="0">
              <a:latin typeface="清松手寫體1" pitchFamily="2" charset="-120"/>
              <a:ea typeface="清松手寫體1" pitchFamily="2" charset="-120"/>
            </a:endParaRPr>
          </a:p>
        </p:txBody>
      </p: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7388BC1C-3225-E526-1B2E-63976C984578}"/>
              </a:ext>
            </a:extLst>
          </p:cNvPr>
          <p:cNvSpPr txBox="1"/>
          <p:nvPr/>
        </p:nvSpPr>
        <p:spPr>
          <a:xfrm>
            <a:off x="5948802" y="6641341"/>
            <a:ext cx="95338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latin typeface="清松手寫體1" pitchFamily="2" charset="-120"/>
                <a:ea typeface="清松手寫體1" pitchFamily="2" charset="-120"/>
              </a:rPr>
              <a:t>前端</a:t>
            </a:r>
            <a:r>
              <a:rPr lang="en-US" altLang="zh-TW" sz="1000" dirty="0">
                <a:latin typeface="清松手寫體1" pitchFamily="2" charset="-120"/>
                <a:ea typeface="清松手寫體1" pitchFamily="2" charset="-120"/>
              </a:rPr>
              <a:t>cache</a:t>
            </a:r>
            <a:r>
              <a:rPr lang="zh-TW" altLang="en-US" sz="1000" dirty="0">
                <a:latin typeface="清松手寫體1" pitchFamily="2" charset="-120"/>
                <a:ea typeface="清松手寫體1" pitchFamily="2" charset="-120"/>
              </a:rPr>
              <a:t>檔收路徑後撥放</a:t>
            </a:r>
            <a:endParaRPr lang="zh-TW" altLang="en-US" sz="1000" b="1" dirty="0">
              <a:latin typeface="清松手寫體1" pitchFamily="2" charset="-120"/>
              <a:ea typeface="清松手寫體1" pitchFamily="2" charset="-120"/>
            </a:endParaRPr>
          </a:p>
        </p:txBody>
      </p:sp>
      <p:cxnSp>
        <p:nvCxnSpPr>
          <p:cNvPr id="141" name="直線矢印コネクタ 140">
            <a:extLst>
              <a:ext uri="{FF2B5EF4-FFF2-40B4-BE49-F238E27FC236}">
                <a16:creationId xmlns:a16="http://schemas.microsoft.com/office/drawing/2014/main" id="{59198861-DCD1-FC60-695D-99F498B5CD27}"/>
              </a:ext>
            </a:extLst>
          </p:cNvPr>
          <p:cNvCxnSpPr>
            <a:cxnSpLocks/>
            <a:stCxn id="121" idx="2"/>
            <a:endCxn id="140" idx="0"/>
          </p:cNvCxnSpPr>
          <p:nvPr/>
        </p:nvCxnSpPr>
        <p:spPr>
          <a:xfrm flipH="1">
            <a:off x="6425494" y="5967732"/>
            <a:ext cx="1" cy="673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978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240</Words>
  <Application>Microsoft Office PowerPoint</Application>
  <PresentationFormat>ユーザー設定</PresentationFormat>
  <Paragraphs>44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清松手寫體1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128 lulu</dc:creator>
  <cp:lastModifiedBy>128 lulu</cp:lastModifiedBy>
  <cp:revision>2</cp:revision>
  <dcterms:created xsi:type="dcterms:W3CDTF">2026-02-24T12:46:38Z</dcterms:created>
  <dcterms:modified xsi:type="dcterms:W3CDTF">2026-03-02T12:51:45Z</dcterms:modified>
</cp:coreProperties>
</file>